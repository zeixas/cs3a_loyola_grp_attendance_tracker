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0" r:id="rId22"/>
    <p:sldId id="281" r:id="rId23"/>
    <p:sldId id="276" r:id="rId24"/>
    <p:sldId id="277" r:id="rId25"/>
    <p:sldId id="278" r:id="rId26"/>
    <p:sldId id="279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4DB16-6545-4E1C-92A8-B26E72ABB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809678-CFF9-49BA-8298-68502E736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AE007-D377-412F-A7EB-0C9C8567D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19B1-5D61-4485-A2FA-762B98107CF9}" type="datetimeFigureOut">
              <a:rPr lang="en-AE" smtClean="0"/>
              <a:t>06/01/2026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C6381-E1FF-4D57-9026-077FDAB0B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B3E08-5CC1-4D82-BA47-ED34F86D2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827D-0F59-4396-8277-E2ECE5B9AFD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79153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391DA-39EB-427A-9328-1B3C1392B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D3B62-A89B-48C7-A26C-4DD13242F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18FF0-25F6-4C9C-AFE2-647711D83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19B1-5D61-4485-A2FA-762B98107CF9}" type="datetimeFigureOut">
              <a:rPr lang="en-AE" smtClean="0"/>
              <a:t>06/01/2026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99C8B-940A-410C-9BF0-9DA3DD025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0DDB0-A1D8-466A-8D1D-77637E70F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827D-0F59-4396-8277-E2ECE5B9AFD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54587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7FEC2-2433-4560-B58B-4180E358F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3E6B3-FAA7-4741-B83F-62F36E743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3ACF0-426E-4036-A44B-5327D6AB4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19B1-5D61-4485-A2FA-762B98107CF9}" type="datetimeFigureOut">
              <a:rPr lang="en-AE" smtClean="0"/>
              <a:t>06/01/2026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4EBB3-6B51-4E90-9FBE-EAE534B3A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8D648-D036-45CF-9765-909F3816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827D-0F59-4396-8277-E2ECE5B9AFD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40878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D83B5-65C8-4366-B64F-4E45AC4ED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B8C33-2861-4A7E-BCA9-D3CE4868BA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8AE63D-F4CD-425D-AD53-9ECCD988C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C8EB2-4675-450A-A8B8-67F2CA966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19B1-5D61-4485-A2FA-762B98107CF9}" type="datetimeFigureOut">
              <a:rPr lang="en-AE" smtClean="0"/>
              <a:t>06/01/2026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39C60-9AEB-4C40-9D03-419B412D8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F5FBB-02B8-464D-AABB-81366478C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827D-0F59-4396-8277-E2ECE5B9AFD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5699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100CF-9DE2-4677-909E-8A403766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18F70-DFDF-4F27-B04B-5D1007D5B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428B9B-9363-4FE3-AE30-BAD1BFB8D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06D2FE-376E-4FDA-AEA3-7AFFD618AA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8CB63C-D060-4B2B-A833-62AF4FBD33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82A9D2-E3A6-4CE0-970E-E6B412909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19B1-5D61-4485-A2FA-762B98107CF9}" type="datetimeFigureOut">
              <a:rPr lang="en-AE" smtClean="0"/>
              <a:t>06/01/2026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3E82D8-846F-448C-8C64-3B3549D8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F62AF6-4585-4806-A52F-B2E62A6F5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827D-0F59-4396-8277-E2ECE5B9AFD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64609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A3614-1003-42A6-ABA1-DD6984C8A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80A9A7-6730-4DE1-B280-65FD1B815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19B1-5D61-4485-A2FA-762B98107CF9}" type="datetimeFigureOut">
              <a:rPr lang="en-AE" smtClean="0"/>
              <a:t>06/01/2026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EF0AA9-B05C-4D5B-8650-C643DFEED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84B8D-9F5E-423F-BDEE-43052312C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827D-0F59-4396-8277-E2ECE5B9AFD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93631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901B1B-BCDC-4CB5-85A4-E52AC5C8F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19B1-5D61-4485-A2FA-762B98107CF9}" type="datetimeFigureOut">
              <a:rPr lang="en-AE" smtClean="0"/>
              <a:t>06/01/2026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BB6A63-71AA-450A-AE21-E38E67C8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1B0B6-CAFE-4C6B-859C-32E6C4D2D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827D-0F59-4396-8277-E2ECE5B9AFD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87523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6B644-951B-4989-A834-AEB2C76A9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22B6B-820D-4F78-A309-F83D83530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98394-B7C6-4BFD-9558-1613DE221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2BFA9-7C6C-4EBE-9F64-F2DBAFFD1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19B1-5D61-4485-A2FA-762B98107CF9}" type="datetimeFigureOut">
              <a:rPr lang="en-AE" smtClean="0"/>
              <a:t>06/01/2026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DBD42-1391-4D87-BC46-A2FE185E9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369DC-E4E3-483F-A94B-9B70F5158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827D-0F59-4396-8277-E2ECE5B9AFD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1319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E891-5971-4C1A-B7AD-88972167F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296D4-9D75-4587-B395-A123618E3C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BE8ADC-FF0D-4875-8E60-685E26BB0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4664C-8741-4792-9EFC-E1826881F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19B1-5D61-4485-A2FA-762B98107CF9}" type="datetimeFigureOut">
              <a:rPr lang="en-AE" smtClean="0"/>
              <a:t>06/01/2026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CE37D-3EE4-4ABD-ACDE-FF6E05DD8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126D8-64C3-4EF2-BC2F-6F100C63A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827D-0F59-4396-8277-E2ECE5B9AFD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06823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C4EED-844B-4814-BE9E-17662C455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C4987-3D3B-4215-8C2A-05428554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462A3-B9F9-44E3-8CBF-D8BECB00B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19B1-5D61-4485-A2FA-762B98107CF9}" type="datetimeFigureOut">
              <a:rPr lang="en-AE" smtClean="0"/>
              <a:t>06/01/2026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7E77C-B7F0-4CCC-A221-7050AE1C6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239F4-617D-4964-8263-9D2F86DD4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827D-0F59-4396-8277-E2ECE5B9AFD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5408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3CCDD0-B5E8-45F0-8E24-4D50A0D728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0F57F9-9071-4EEE-BF12-ED029FA65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72FBB-039D-4EE2-A4DA-61211276B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19B1-5D61-4485-A2FA-762B98107CF9}" type="datetimeFigureOut">
              <a:rPr lang="en-AE" smtClean="0"/>
              <a:t>06/01/2026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8D9A5-EDE4-48A7-8FD2-ED0AA9490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415B9-DAD8-4148-9FFE-69E2A200D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827D-0F59-4396-8277-E2ECE5B9AFD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92703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6000" b="-6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4B03B6-A186-4ADA-8E3D-52D1BF3AA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EE579-CC09-4C67-9D7E-EC80A2441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2B837-3CBB-4AE4-B6E1-3C24122DAA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119B1-5D61-4485-A2FA-762B98107CF9}" type="datetimeFigureOut">
              <a:rPr lang="en-AE" smtClean="0"/>
              <a:t>06/01/2026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A125-8B16-4B36-B4F0-9DFB3EC982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EDFAF-06A4-49A1-A5CF-E03F9380C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C1827D-0F59-4396-8277-E2ECE5B9AFD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17218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0E8F0-BE3D-45A0-9FB5-9CF6A7BC5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0576"/>
            <a:ext cx="9144000" cy="2387600"/>
          </a:xfrm>
        </p:spPr>
        <p:txBody>
          <a:bodyPr/>
          <a:lstStyle/>
          <a:p>
            <a:r>
              <a:rPr lang="en-US" dirty="0">
                <a:latin typeface="Franklin Gothic Demi Cond" panose="020B0706030402020204" pitchFamily="34" charset="0"/>
              </a:rPr>
              <a:t>Attendance Tracking </a:t>
            </a:r>
            <a:br>
              <a:rPr lang="en-US" dirty="0">
                <a:latin typeface="Franklin Gothic Demi Cond" panose="020B0706030402020204" pitchFamily="34" charset="0"/>
              </a:rPr>
            </a:br>
            <a:r>
              <a:rPr lang="en-US" dirty="0">
                <a:latin typeface="Franklin Gothic Demi Cond" panose="020B0706030402020204" pitchFamily="34" charset="0"/>
              </a:rPr>
              <a:t>System</a:t>
            </a:r>
            <a:endParaRPr lang="en-AE" dirty="0">
              <a:latin typeface="Franklin Gothic Demi Cond" panose="020B07060304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ADFCD8-0C11-4123-8176-B8294A308B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5064867" y="472332"/>
            <a:ext cx="2062265" cy="197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794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64BE6-060F-4C0C-A8F1-22D00A4F0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1257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89B1B-3C79-4387-9B31-98CBCFC4D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>
              <a:latin typeface="Franklin Gothic Demi Cond" panose="020B0706030402020204" pitchFamily="34" charset="0"/>
            </a:endParaRPr>
          </a:p>
          <a:p>
            <a:pPr marL="0" indent="0" algn="ctr">
              <a:buNone/>
            </a:pPr>
            <a:r>
              <a:rPr lang="en-US" dirty="0">
                <a:latin typeface="Franklin Gothic Demi Cond" panose="020B0706030402020204" pitchFamily="34" charset="0"/>
              </a:rPr>
              <a:t>Charles Aaron P. Caparas</a:t>
            </a:r>
          </a:p>
          <a:p>
            <a:pPr marL="0" indent="0" algn="ctr">
              <a:buNone/>
            </a:pPr>
            <a:r>
              <a:rPr lang="en-US" dirty="0" err="1">
                <a:latin typeface="Franklin Gothic Demi Cond" panose="020B0706030402020204" pitchFamily="34" charset="0"/>
              </a:rPr>
              <a:t>Nicko</a:t>
            </a:r>
            <a:r>
              <a:rPr lang="en-US" dirty="0">
                <a:latin typeface="Franklin Gothic Demi Cond" panose="020B0706030402020204" pitchFamily="34" charset="0"/>
              </a:rPr>
              <a:t> G. </a:t>
            </a:r>
            <a:r>
              <a:rPr lang="en-US" dirty="0" err="1">
                <a:latin typeface="Franklin Gothic Demi Cond" panose="020B0706030402020204" pitchFamily="34" charset="0"/>
              </a:rPr>
              <a:t>Lumbera</a:t>
            </a:r>
            <a:endParaRPr lang="en-US" dirty="0">
              <a:latin typeface="Franklin Gothic Demi Cond" panose="020B0706030402020204" pitchFamily="34" charset="0"/>
            </a:endParaRPr>
          </a:p>
          <a:p>
            <a:pPr marL="0" indent="0" algn="ctr">
              <a:buNone/>
            </a:pPr>
            <a:r>
              <a:rPr lang="en-US" dirty="0">
                <a:latin typeface="Franklin Gothic Demi Cond" panose="020B0706030402020204" pitchFamily="34" charset="0"/>
              </a:rPr>
              <a:t>Neal L. </a:t>
            </a:r>
            <a:r>
              <a:rPr lang="en-US" dirty="0" err="1">
                <a:latin typeface="Franklin Gothic Demi Cond" panose="020B0706030402020204" pitchFamily="34" charset="0"/>
              </a:rPr>
              <a:t>Buendia</a:t>
            </a:r>
            <a:endParaRPr lang="en-US" dirty="0">
              <a:latin typeface="Franklin Gothic Demi Cond" panose="020B0706030402020204" pitchFamily="34" charset="0"/>
            </a:endParaRPr>
          </a:p>
          <a:p>
            <a:pPr marL="0" indent="0" algn="ctr">
              <a:buNone/>
            </a:pPr>
            <a:r>
              <a:rPr lang="en-US" dirty="0" err="1">
                <a:latin typeface="Franklin Gothic Demi Cond" panose="020B0706030402020204" pitchFamily="34" charset="0"/>
              </a:rPr>
              <a:t>Zid</a:t>
            </a:r>
            <a:r>
              <a:rPr lang="en-US" dirty="0">
                <a:latin typeface="Franklin Gothic Demi Cond" panose="020B0706030402020204" pitchFamily="34" charset="0"/>
              </a:rPr>
              <a:t> Chester R. Loyola</a:t>
            </a:r>
          </a:p>
          <a:p>
            <a:pPr marL="0" indent="0" algn="ctr">
              <a:buNone/>
            </a:pPr>
            <a:r>
              <a:rPr lang="en-US" dirty="0" err="1">
                <a:latin typeface="Franklin Gothic Demi Cond" panose="020B0706030402020204" pitchFamily="34" charset="0"/>
              </a:rPr>
              <a:t>Erl</a:t>
            </a:r>
            <a:r>
              <a:rPr lang="en-US" dirty="0">
                <a:latin typeface="Franklin Gothic Demi Cond" panose="020B0706030402020204" pitchFamily="34" charset="0"/>
              </a:rPr>
              <a:t> </a:t>
            </a:r>
            <a:r>
              <a:rPr lang="en-US" dirty="0" err="1">
                <a:latin typeface="Franklin Gothic Demi Cond" panose="020B0706030402020204" pitchFamily="34" charset="0"/>
              </a:rPr>
              <a:t>Jei</a:t>
            </a:r>
            <a:r>
              <a:rPr lang="en-US" dirty="0">
                <a:latin typeface="Franklin Gothic Demi Cond" panose="020B0706030402020204" pitchFamily="34" charset="0"/>
              </a:rPr>
              <a:t> R. </a:t>
            </a:r>
            <a:r>
              <a:rPr lang="en-US" dirty="0" err="1">
                <a:latin typeface="Franklin Gothic Demi Cond" panose="020B0706030402020204" pitchFamily="34" charset="0"/>
              </a:rPr>
              <a:t>Santarin</a:t>
            </a:r>
            <a:endParaRPr lang="en-US" dirty="0">
              <a:latin typeface="Franklin Gothic Demi Cond" panose="020B07060304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582B04-D70F-4060-8D1F-2412EEAAC1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81582" y="287506"/>
            <a:ext cx="2062265" cy="197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702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0E8F0-BE3D-45A0-9FB5-9CF6A7BC5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3528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Franklin Gothic Demi Cond" panose="020B0706030402020204" pitchFamily="34" charset="0"/>
              </a:rPr>
              <a:t>Attendance Tracking </a:t>
            </a:r>
            <a:br>
              <a:rPr lang="en-US" sz="4400" dirty="0">
                <a:latin typeface="Franklin Gothic Demi Cond" panose="020B0706030402020204" pitchFamily="34" charset="0"/>
              </a:rPr>
            </a:br>
            <a:r>
              <a:rPr lang="en-US" sz="4400" dirty="0">
                <a:latin typeface="Franklin Gothic Demi Cond" panose="020B0706030402020204" pitchFamily="34" charset="0"/>
              </a:rPr>
              <a:t>System</a:t>
            </a:r>
            <a:endParaRPr lang="en-AE" sz="4400" dirty="0">
              <a:latin typeface="Franklin Gothic Demi Cond" panose="020B07060304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ADFCD8-0C11-4123-8176-B8294A308B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5379394" y="365328"/>
            <a:ext cx="1374844" cy="1314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1D6EB9-77F3-488A-8801-A2A94A072DB9}"/>
              </a:ext>
            </a:extLst>
          </p:cNvPr>
          <p:cNvSpPr txBox="1"/>
          <p:nvPr/>
        </p:nvSpPr>
        <p:spPr>
          <a:xfrm>
            <a:off x="2093068" y="3566603"/>
            <a:ext cx="80058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effectLst/>
                <a:latin typeface="Times New Roman" panose="02020603050405020304" pitchFamily="18" charset="0"/>
                <a:ea typeface="Aptos"/>
              </a:rPr>
              <a:t>The NFC Attendance Tracker Application enables Professors to record attendance for their classes with increased speed and accuracy when compared to traditional methods of manually recording attendance.</a:t>
            </a:r>
            <a:endParaRPr lang="en-AE" sz="2000" dirty="0"/>
          </a:p>
        </p:txBody>
      </p:sp>
    </p:spTree>
    <p:extLst>
      <p:ext uri="{BB962C8B-B14F-4D97-AF65-F5344CB8AC3E}">
        <p14:creationId xmlns:p14="http://schemas.microsoft.com/office/powerpoint/2010/main" val="3140599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958150D-2C4B-4B91-B361-0AB62493F9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893" y="1273024"/>
            <a:ext cx="2431915" cy="544204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E977A4-C2F5-4139-9CA9-CA3C51E311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81582" y="287506"/>
            <a:ext cx="2062265" cy="197103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DB52309-E4AE-43B2-8405-4ED8BAE49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F13184-1BA4-4563-AF8E-33B785B35217}"/>
              </a:ext>
            </a:extLst>
          </p:cNvPr>
          <p:cNvSpPr txBox="1"/>
          <p:nvPr/>
        </p:nvSpPr>
        <p:spPr>
          <a:xfrm>
            <a:off x="1825558" y="2336162"/>
            <a:ext cx="609275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Demi Cond" panose="020B0706030402020204" pitchFamily="34" charset="0"/>
              </a:rPr>
              <a:t>Login Screen</a:t>
            </a:r>
          </a:p>
          <a:p>
            <a:pPr algn="ctr"/>
            <a:r>
              <a:rPr lang="en-AE" sz="2000" dirty="0">
                <a:latin typeface="Times New Roman" panose="02020603050405020304" pitchFamily="18" charset="0"/>
              </a:rPr>
              <a:t>The main gateway for accessing the Attendance Tracking System.</a:t>
            </a:r>
          </a:p>
        </p:txBody>
      </p:sp>
    </p:spTree>
    <p:extLst>
      <p:ext uri="{BB962C8B-B14F-4D97-AF65-F5344CB8AC3E}">
        <p14:creationId xmlns:p14="http://schemas.microsoft.com/office/powerpoint/2010/main" val="935335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4C04281-B9D2-4FAC-82A7-2F499CF36D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8518" y="1573242"/>
            <a:ext cx="1944504" cy="4351338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FDB0A2-37E2-41F8-BE43-82D107D59C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81582" y="287506"/>
            <a:ext cx="2062265" cy="197103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64FD623-17CC-4E0C-B93E-98002374B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000ED7-E13C-4052-97CB-62E450507DF9}"/>
              </a:ext>
            </a:extLst>
          </p:cNvPr>
          <p:cNvSpPr txBox="1"/>
          <p:nvPr/>
        </p:nvSpPr>
        <p:spPr>
          <a:xfrm>
            <a:off x="1627464" y="2432807"/>
            <a:ext cx="68538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Demi Cond" panose="020B0706030402020204" pitchFamily="34" charset="0"/>
              </a:rPr>
              <a:t>Account Creation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</a:rPr>
              <a:t>The Account creation interface for Attendance Tracking System.</a:t>
            </a:r>
            <a:endParaRPr lang="en-AE" sz="20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274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9DD64C9-3F1C-4864-8B10-8F3115244D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636" y="1690688"/>
            <a:ext cx="1944504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46E646-C013-4E74-91B8-5D6C3A5C16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81582" y="287506"/>
            <a:ext cx="2062265" cy="197103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2FB71F4-B1A8-4278-BEA6-899C979D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6D50A0-9568-448B-B06B-EAD2599775FA}"/>
              </a:ext>
            </a:extLst>
          </p:cNvPr>
          <p:cNvSpPr txBox="1"/>
          <p:nvPr/>
        </p:nvSpPr>
        <p:spPr>
          <a:xfrm>
            <a:off x="1627464" y="2432807"/>
            <a:ext cx="685380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Demi Cond" panose="020B0706030402020204" pitchFamily="34" charset="0"/>
              </a:rPr>
              <a:t>Reset Password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</a:rPr>
              <a:t>Allow users to securely reset their passwords to regain account access.</a:t>
            </a:r>
            <a:endParaRPr lang="en-AE" sz="20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587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DB4D974-E2B7-49EC-B802-7EEB445467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9296" y="1690688"/>
            <a:ext cx="1944504" cy="4351338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B7B8EF-7634-408D-BDD6-49DB727E1F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81582" y="287506"/>
            <a:ext cx="2062265" cy="197103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52D418B-A60B-4BD2-8697-94FBEC2C8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491F60-680E-4357-9CC2-58E1E4D815BF}"/>
              </a:ext>
            </a:extLst>
          </p:cNvPr>
          <p:cNvSpPr txBox="1"/>
          <p:nvPr/>
        </p:nvSpPr>
        <p:spPr>
          <a:xfrm>
            <a:off x="1627464" y="2432807"/>
            <a:ext cx="68538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Demi Cond" panose="020B0706030402020204" pitchFamily="34" charset="0"/>
              </a:rPr>
              <a:t>Dashboard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</a:rPr>
              <a:t>Main screen of the Attendance Tracking System</a:t>
            </a:r>
            <a:endParaRPr lang="en-AE" sz="20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873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D2DFE94-2EDE-4515-A3C2-CF4A173382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9128" y="1690688"/>
            <a:ext cx="1944504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9836FC-0B04-42D9-8580-6DCDB988F2D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81582" y="287506"/>
            <a:ext cx="2062265" cy="197103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BBE9356-4009-4C5F-AE07-BA2BD43B4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4D40F0-DCC4-4925-B492-020503C4F02A}"/>
              </a:ext>
            </a:extLst>
          </p:cNvPr>
          <p:cNvSpPr txBox="1"/>
          <p:nvPr/>
        </p:nvSpPr>
        <p:spPr>
          <a:xfrm>
            <a:off x="1635154" y="2432807"/>
            <a:ext cx="68538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Demi Cond" panose="020B0706030402020204" pitchFamily="34" charset="0"/>
              </a:rPr>
              <a:t>Create Class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</a:rPr>
              <a:t>C</a:t>
            </a:r>
            <a:r>
              <a:rPr lang="en-AE" sz="2000" dirty="0" err="1">
                <a:latin typeface="Times New Roman" panose="02020603050405020304" pitchFamily="18" charset="0"/>
              </a:rPr>
              <a:t>reating</a:t>
            </a:r>
            <a:r>
              <a:rPr lang="en-AE" sz="2000" dirty="0">
                <a:latin typeface="Times New Roman" panose="02020603050405020304" pitchFamily="18" charset="0"/>
              </a:rPr>
              <a:t> and customizing how a class would look. </a:t>
            </a:r>
          </a:p>
        </p:txBody>
      </p:sp>
    </p:spTree>
    <p:extLst>
      <p:ext uri="{BB962C8B-B14F-4D97-AF65-F5344CB8AC3E}">
        <p14:creationId xmlns:p14="http://schemas.microsoft.com/office/powerpoint/2010/main" val="1684058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FFBC77A-278F-4C37-9387-576627797D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070" y="1690688"/>
            <a:ext cx="1944504" cy="4351338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5D2894-FEC9-4395-B0DD-C2E59A377BF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81582" y="287506"/>
            <a:ext cx="2062265" cy="197103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F1D29D3-AE5D-4669-A573-E77CCC5D2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BC7F34-94B7-4FCF-BDAF-455E91D1AF45}"/>
              </a:ext>
            </a:extLst>
          </p:cNvPr>
          <p:cNvSpPr txBox="1"/>
          <p:nvPr/>
        </p:nvSpPr>
        <p:spPr>
          <a:xfrm>
            <a:off x="1635154" y="2432807"/>
            <a:ext cx="685380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Demi Cond" panose="020B0706030402020204" pitchFamily="34" charset="0"/>
              </a:rPr>
              <a:t>Class Options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</a:rPr>
              <a:t>This is where the professor can edit, add a schedule, archive a class and copy the class code to join the class</a:t>
            </a:r>
            <a:endParaRPr lang="en-AE" sz="20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339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44E5162-E009-45ED-BCBF-1B46ECD7F0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5578" y="1690688"/>
            <a:ext cx="1944504" cy="4351338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9897FF-50EB-4531-8A58-96CBDAE6A7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81582" y="287506"/>
            <a:ext cx="2062265" cy="197103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86B4919-6D5D-432F-89F9-A309DFC8D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40F6DE-B356-4DC3-9A17-A1D4CC613AD4}"/>
              </a:ext>
            </a:extLst>
          </p:cNvPr>
          <p:cNvSpPr txBox="1"/>
          <p:nvPr/>
        </p:nvSpPr>
        <p:spPr>
          <a:xfrm>
            <a:off x="1635154" y="2432807"/>
            <a:ext cx="68538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Demi Cond" panose="020B0706030402020204" pitchFamily="34" charset="0"/>
              </a:rPr>
              <a:t>Schedule Management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</a:rPr>
              <a:t>This is where the professor can manage the class schedule</a:t>
            </a:r>
            <a:endParaRPr lang="en-AE" sz="20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729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F89CB64-0C6F-406A-AE22-D0F24D250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5578" y="1690688"/>
            <a:ext cx="1944504" cy="435133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832D77-AA7F-476E-85BE-42D0DE683842}"/>
              </a:ext>
            </a:extLst>
          </p:cNvPr>
          <p:cNvSpPr txBox="1"/>
          <p:nvPr/>
        </p:nvSpPr>
        <p:spPr>
          <a:xfrm>
            <a:off x="1635154" y="2432807"/>
            <a:ext cx="68538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Demi Cond" panose="020B0706030402020204" pitchFamily="34" charset="0"/>
              </a:rPr>
              <a:t>Adding a Schedule Slot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</a:rPr>
              <a:t>This is where the professor can add a slot</a:t>
            </a:r>
            <a:endParaRPr lang="en-AE" sz="2000" dirty="0">
              <a:latin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8A41C0-FFA1-43ED-A68D-0946C5A731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81582" y="287506"/>
            <a:ext cx="2062265" cy="197103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4ABDE94-91FF-49EE-9C27-F87EC50BE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753823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D9A5328-A6E9-45DA-9685-67FDC45198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111" y="1690688"/>
            <a:ext cx="1944504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0E7645-276A-40B9-A40B-33748F584BB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81582" y="287506"/>
            <a:ext cx="2062265" cy="197103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39710AE-8926-4365-8346-AFDD74982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A0FBF1-E5CD-44E8-8D8B-3D4BBD2EDB67}"/>
              </a:ext>
            </a:extLst>
          </p:cNvPr>
          <p:cNvSpPr txBox="1"/>
          <p:nvPr/>
        </p:nvSpPr>
        <p:spPr>
          <a:xfrm>
            <a:off x="1635154" y="2432807"/>
            <a:ext cx="685380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Demi Cond" panose="020B0706030402020204" pitchFamily="34" charset="0"/>
              </a:rPr>
              <a:t>Navigation Sidebar</a:t>
            </a:r>
          </a:p>
          <a:p>
            <a:pPr algn="ctr"/>
            <a:r>
              <a:rPr lang="en-AE" sz="2000" dirty="0">
                <a:latin typeface="Times New Roman" panose="02020603050405020304" pitchFamily="18" charset="0"/>
              </a:rPr>
              <a:t>What users will see when they navigate through the Attendance Tracking System</a:t>
            </a:r>
          </a:p>
        </p:txBody>
      </p:sp>
    </p:spTree>
    <p:extLst>
      <p:ext uri="{BB962C8B-B14F-4D97-AF65-F5344CB8AC3E}">
        <p14:creationId xmlns:p14="http://schemas.microsoft.com/office/powerpoint/2010/main" val="4126515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4635127-304D-4B71-972F-F39ED6391F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071" y="1690688"/>
            <a:ext cx="1944504" cy="435133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D2C0A7-63AF-4046-AD86-0BBBCD4FB785}"/>
              </a:ext>
            </a:extLst>
          </p:cNvPr>
          <p:cNvSpPr txBox="1"/>
          <p:nvPr/>
        </p:nvSpPr>
        <p:spPr>
          <a:xfrm>
            <a:off x="1635154" y="2432807"/>
            <a:ext cx="685380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Demi Cond" panose="020B0706030402020204" pitchFamily="34" charset="0"/>
              </a:rPr>
              <a:t>Schedule Calendar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</a:rPr>
              <a:t>This is where the users will see their schedule for the date selected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0AE599-01E1-42BA-AEAD-4C92526CD7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81582" y="287506"/>
            <a:ext cx="2062265" cy="197103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D3248F7-B34D-4E2F-A680-3EC77DD38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423457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A84EF07-E50C-465D-9337-51EB693F2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014" y="1690688"/>
            <a:ext cx="1944504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AEEE4C-4003-43D9-AE04-6082A551F3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81582" y="287506"/>
            <a:ext cx="2062265" cy="197103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DDB4845-E8BF-426C-9A2C-4770766A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50F821-E908-427C-BDE0-3C94BE8FA485}"/>
              </a:ext>
            </a:extLst>
          </p:cNvPr>
          <p:cNvSpPr txBox="1"/>
          <p:nvPr/>
        </p:nvSpPr>
        <p:spPr>
          <a:xfrm>
            <a:off x="1635154" y="2432807"/>
            <a:ext cx="68538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Demi Cond" panose="020B0706030402020204" pitchFamily="34" charset="0"/>
              </a:rPr>
              <a:t>Notifications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</a:rPr>
              <a:t>This is where the users will see their notifications</a:t>
            </a:r>
          </a:p>
        </p:txBody>
      </p:sp>
    </p:spTree>
    <p:extLst>
      <p:ext uri="{BB962C8B-B14F-4D97-AF65-F5344CB8AC3E}">
        <p14:creationId xmlns:p14="http://schemas.microsoft.com/office/powerpoint/2010/main" val="155942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C5B3202-8004-44CA-9C32-3EE28CDB36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5578" y="1690688"/>
            <a:ext cx="1944504" cy="435133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1080CC-9598-42D0-9195-9887610CDA8D}"/>
              </a:ext>
            </a:extLst>
          </p:cNvPr>
          <p:cNvSpPr txBox="1"/>
          <p:nvPr/>
        </p:nvSpPr>
        <p:spPr>
          <a:xfrm>
            <a:off x="1635154" y="2432807"/>
            <a:ext cx="68538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Demi Cond" panose="020B0706030402020204" pitchFamily="34" charset="0"/>
              </a:rPr>
              <a:t>Archived Classes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</a:rPr>
              <a:t>This is where the users will see their archive classes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52A176-2AE6-472E-AF3D-78AE58EB14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81582" y="287506"/>
            <a:ext cx="2062265" cy="197103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86A68F-1822-4A02-9D88-1B52EC1F0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76956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8F5FB64-3E11-4C60-A17D-F8B1C1A3FA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2743" y="1690688"/>
            <a:ext cx="1944504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E658DF-3615-48D3-BF68-86555C8E47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81582" y="287506"/>
            <a:ext cx="2062265" cy="197103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4EE9B7B-8C54-4C51-BF79-F9D35C914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120F0F-35BD-481C-8A58-E872542EB99F}"/>
              </a:ext>
            </a:extLst>
          </p:cNvPr>
          <p:cNvSpPr txBox="1"/>
          <p:nvPr/>
        </p:nvSpPr>
        <p:spPr>
          <a:xfrm>
            <a:off x="1635154" y="2432807"/>
            <a:ext cx="68538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Demi Cond" panose="020B0706030402020204" pitchFamily="34" charset="0"/>
              </a:rPr>
              <a:t>Account Profile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</a:rPr>
              <a:t>This is where the users will edit their profile information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1FD1B3-D452-4F2D-AC07-6992FAF092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81582" y="245561"/>
            <a:ext cx="2062265" cy="197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97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4F3646B-9752-4F04-847D-D53F074F7B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2349" y="1690688"/>
            <a:ext cx="1944504" cy="435133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E2CA6F-4C13-4BCA-9180-96EA605A88F3}"/>
              </a:ext>
            </a:extLst>
          </p:cNvPr>
          <p:cNvSpPr txBox="1"/>
          <p:nvPr/>
        </p:nvSpPr>
        <p:spPr>
          <a:xfrm>
            <a:off x="1635154" y="2432807"/>
            <a:ext cx="685380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Demi Cond" panose="020B0706030402020204" pitchFamily="34" charset="0"/>
              </a:rPr>
              <a:t>Settings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</a:rPr>
              <a:t>This is where the users will see the settings for the attendance tracking system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AE0642-B7A4-49D9-AB7D-BF976F1FD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DF7714-A274-40B0-A063-8BDA18E8A67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81582" y="245561"/>
            <a:ext cx="2062265" cy="197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52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E121139-F357-43E2-872E-CDF3550F97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131" y="1934682"/>
            <a:ext cx="1944504" cy="4351338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F9DFAFF-24D9-4B11-9303-9EA2601B8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347C9A-0CC3-4D55-8AAC-7227E34299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81582" y="245561"/>
            <a:ext cx="2062265" cy="19710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61F4E1-B464-4CA1-8B1D-49CD2B74E930}"/>
              </a:ext>
            </a:extLst>
          </p:cNvPr>
          <p:cNvSpPr txBox="1"/>
          <p:nvPr/>
        </p:nvSpPr>
        <p:spPr>
          <a:xfrm>
            <a:off x="1635154" y="2432807"/>
            <a:ext cx="68538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Demi Cond" panose="020B0706030402020204" pitchFamily="34" charset="0"/>
              </a:rPr>
              <a:t>Class List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</a:rPr>
              <a:t>This is where the professor can see the class list, register a student, scan the NFC of a student, and track the attendance of the students.</a:t>
            </a:r>
          </a:p>
        </p:txBody>
      </p:sp>
    </p:spTree>
    <p:extLst>
      <p:ext uri="{BB962C8B-B14F-4D97-AF65-F5344CB8AC3E}">
        <p14:creationId xmlns:p14="http://schemas.microsoft.com/office/powerpoint/2010/main" val="2861189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710C139-77B8-42E1-AAA8-674F96C7CD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352" y="1703688"/>
            <a:ext cx="1944504" cy="4351338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E348E3-EDAC-42E8-B501-848412F0CD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81582" y="245561"/>
            <a:ext cx="2062265" cy="19710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564450-F35E-467C-BD50-5A8A62CA7766}"/>
              </a:ext>
            </a:extLst>
          </p:cNvPr>
          <p:cNvSpPr txBox="1"/>
          <p:nvPr/>
        </p:nvSpPr>
        <p:spPr>
          <a:xfrm>
            <a:off x="1635154" y="2432807"/>
            <a:ext cx="68538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Demi Cond" panose="020B0706030402020204" pitchFamily="34" charset="0"/>
              </a:rPr>
              <a:t>Registration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</a:rPr>
              <a:t>This is where the professor can register a student’s NFC tag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27F3D0-1B15-460C-87C2-207C0686A9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33011" y="245561"/>
            <a:ext cx="2062265" cy="1971037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753A1DC9-AE34-41EB-A9ED-FAA2A6F38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429152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76B4621-96A0-44FC-844E-E3DDF2C5BF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517" y="1690688"/>
            <a:ext cx="1944504" cy="435133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4B7E4B-2503-40D9-B446-B2529632AC75}"/>
              </a:ext>
            </a:extLst>
          </p:cNvPr>
          <p:cNvSpPr txBox="1"/>
          <p:nvPr/>
        </p:nvSpPr>
        <p:spPr>
          <a:xfrm>
            <a:off x="1635154" y="2432807"/>
            <a:ext cx="68538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Demi Cond" panose="020B0706030402020204" pitchFamily="34" charset="0"/>
              </a:rPr>
              <a:t>Attendance mode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</a:rPr>
              <a:t>This is where the professor will scan the NFC tag of the students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FE1A67-59CB-4FF4-82C0-2C47472B1DAB}"/>
              </a:ext>
            </a:extLst>
          </p:cNvPr>
          <p:cNvSpPr txBox="1">
            <a:spLocks/>
          </p:cNvSpPr>
          <p:nvPr/>
        </p:nvSpPr>
        <p:spPr>
          <a:xfrm>
            <a:off x="789629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71072C-51D0-4BB7-BDF8-11E34091F0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33011" y="245561"/>
            <a:ext cx="2062265" cy="197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147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D742CE-04C3-4F95-B94C-0890339393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08519" y="1959849"/>
            <a:ext cx="1944504" cy="4351337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6E271AF-9FD5-4399-A0B7-52BED45C8CEA}"/>
              </a:ext>
            </a:extLst>
          </p:cNvPr>
          <p:cNvSpPr txBox="1">
            <a:spLocks/>
          </p:cNvSpPr>
          <p:nvPr/>
        </p:nvSpPr>
        <p:spPr>
          <a:xfrm>
            <a:off x="789629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6CB3F3-A80F-432D-8A99-23DD32F168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33011" y="245561"/>
            <a:ext cx="2062265" cy="19710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8A5B99-CE95-4418-8C78-01288041468F}"/>
              </a:ext>
            </a:extLst>
          </p:cNvPr>
          <p:cNvSpPr txBox="1"/>
          <p:nvPr/>
        </p:nvSpPr>
        <p:spPr>
          <a:xfrm>
            <a:off x="1635154" y="2432807"/>
            <a:ext cx="685380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Demi Cond" panose="020B0706030402020204" pitchFamily="34" charset="0"/>
              </a:rPr>
              <a:t>No Class Schedule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</a:rPr>
              <a:t>The professor cannot scan NFC tags if there is no class schedule for that day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561620-380A-4829-8CB0-11F7E380E2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07844" y="245561"/>
            <a:ext cx="2062265" cy="197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527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6BDACA-C75F-4C0F-B1F2-7355BE4061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9461" y="1959849"/>
            <a:ext cx="1944504" cy="4351338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0032443-D426-4A47-9D78-33192BB14E0D}"/>
              </a:ext>
            </a:extLst>
          </p:cNvPr>
          <p:cNvSpPr txBox="1">
            <a:spLocks/>
          </p:cNvSpPr>
          <p:nvPr/>
        </p:nvSpPr>
        <p:spPr>
          <a:xfrm>
            <a:off x="789629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A31B84-45EF-47FA-93E6-8C00A88E05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07844" y="245561"/>
            <a:ext cx="2062265" cy="19710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9F9ED1-C518-407A-A6E2-3063622739C3}"/>
              </a:ext>
            </a:extLst>
          </p:cNvPr>
          <p:cNvSpPr txBox="1"/>
          <p:nvPr/>
        </p:nvSpPr>
        <p:spPr>
          <a:xfrm>
            <a:off x="1635154" y="2432807"/>
            <a:ext cx="685380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Demi Cond" panose="020B0706030402020204" pitchFamily="34" charset="0"/>
              </a:rPr>
              <a:t>Student Option for the Professor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</a:rPr>
              <a:t>The Professor can edit, mark present, unlink NFC card and drop a student</a:t>
            </a:r>
          </a:p>
        </p:txBody>
      </p:sp>
    </p:spTree>
    <p:extLst>
      <p:ext uri="{BB962C8B-B14F-4D97-AF65-F5344CB8AC3E}">
        <p14:creationId xmlns:p14="http://schemas.microsoft.com/office/powerpoint/2010/main" val="545723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5484FA6-8488-4F31-9D17-191EE57BC9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5578" y="1690688"/>
            <a:ext cx="1944504" cy="4351338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F18CCFD-A369-4376-AC81-5C248CACE921}"/>
              </a:ext>
            </a:extLst>
          </p:cNvPr>
          <p:cNvSpPr txBox="1">
            <a:spLocks/>
          </p:cNvSpPr>
          <p:nvPr/>
        </p:nvSpPr>
        <p:spPr>
          <a:xfrm>
            <a:off x="789629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8AD52B-6576-456E-B564-065CB3E11AD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33011" y="245561"/>
            <a:ext cx="2062265" cy="19710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164987-FF40-449C-96C7-68C061126184}"/>
              </a:ext>
            </a:extLst>
          </p:cNvPr>
          <p:cNvSpPr txBox="1"/>
          <p:nvPr/>
        </p:nvSpPr>
        <p:spPr>
          <a:xfrm>
            <a:off x="1635154" y="2432807"/>
            <a:ext cx="685380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Demi Cond" panose="020B0706030402020204" pitchFamily="34" charset="0"/>
              </a:rPr>
              <a:t>Attendance Records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</a:rPr>
              <a:t>This is where the professor can see all the attendance records of the class</a:t>
            </a:r>
          </a:p>
        </p:txBody>
      </p:sp>
    </p:spTree>
    <p:extLst>
      <p:ext uri="{BB962C8B-B14F-4D97-AF65-F5344CB8AC3E}">
        <p14:creationId xmlns:p14="http://schemas.microsoft.com/office/powerpoint/2010/main" val="3571736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8548134-39F8-46E3-A968-BB1E93E9EB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5578" y="1690688"/>
            <a:ext cx="1944504" cy="435133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E592ED-B155-4D9B-B917-655DDAE3DE0C}"/>
              </a:ext>
            </a:extLst>
          </p:cNvPr>
          <p:cNvSpPr txBox="1"/>
          <p:nvPr/>
        </p:nvSpPr>
        <p:spPr>
          <a:xfrm>
            <a:off x="1635154" y="2432807"/>
            <a:ext cx="685380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Demi Cond" panose="020B0706030402020204" pitchFamily="34" charset="0"/>
              </a:rPr>
              <a:t>Records Calendar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</a:rPr>
              <a:t>This is where the professor can see the past attendance records  of a class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ABDE3EF-BA23-4D04-88E1-9A08EC472995}"/>
              </a:ext>
            </a:extLst>
          </p:cNvPr>
          <p:cNvSpPr txBox="1">
            <a:spLocks/>
          </p:cNvSpPr>
          <p:nvPr/>
        </p:nvSpPr>
        <p:spPr>
          <a:xfrm>
            <a:off x="789629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6CB6A1-0AE2-494B-8F5A-E8D2C02B79D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33011" y="245561"/>
            <a:ext cx="2062265" cy="197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BA51295-8D0D-477E-B993-773A22DD0D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5578" y="1690688"/>
            <a:ext cx="1944504" cy="4351338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9C0E342-02E4-4C8A-A434-1AE16B7484CB}"/>
              </a:ext>
            </a:extLst>
          </p:cNvPr>
          <p:cNvSpPr txBox="1">
            <a:spLocks/>
          </p:cNvSpPr>
          <p:nvPr/>
        </p:nvSpPr>
        <p:spPr>
          <a:xfrm>
            <a:off x="789629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2EE755-6878-45BF-AA9F-C4F57F17A5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33011" y="245561"/>
            <a:ext cx="2062265" cy="19710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EB968E-D146-479C-8958-A7F29504969E}"/>
              </a:ext>
            </a:extLst>
          </p:cNvPr>
          <p:cNvSpPr txBox="1"/>
          <p:nvPr/>
        </p:nvSpPr>
        <p:spPr>
          <a:xfrm>
            <a:off x="1635154" y="2432807"/>
            <a:ext cx="685380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Demi Cond" panose="020B0706030402020204" pitchFamily="34" charset="0"/>
              </a:rPr>
              <a:t>Joining a Class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</a:rPr>
              <a:t>This is where the student can join a class by asking the professor for the class code</a:t>
            </a:r>
          </a:p>
        </p:txBody>
      </p:sp>
    </p:spTree>
    <p:extLst>
      <p:ext uri="{BB962C8B-B14F-4D97-AF65-F5344CB8AC3E}">
        <p14:creationId xmlns:p14="http://schemas.microsoft.com/office/powerpoint/2010/main" val="38320585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93AC9C0-C6D5-4E7F-BD16-31E0DEBCC4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34354" y="1395911"/>
            <a:ext cx="1944504" cy="4351337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03F975-5D26-45C7-8251-D832666CCFB8}"/>
              </a:ext>
            </a:extLst>
          </p:cNvPr>
          <p:cNvSpPr txBox="1"/>
          <p:nvPr/>
        </p:nvSpPr>
        <p:spPr>
          <a:xfrm>
            <a:off x="1568042" y="2472472"/>
            <a:ext cx="68538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Demi Cond" panose="020B0706030402020204" pitchFamily="34" charset="0"/>
              </a:rPr>
              <a:t>Classroom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</a:rPr>
              <a:t>This is where the student can see the classroom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27970CD-A526-4C2D-8AFE-737E1C54B8C9}"/>
              </a:ext>
            </a:extLst>
          </p:cNvPr>
          <p:cNvSpPr txBox="1">
            <a:spLocks/>
          </p:cNvSpPr>
          <p:nvPr/>
        </p:nvSpPr>
        <p:spPr>
          <a:xfrm>
            <a:off x="789629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928A2C-CCC4-496C-B359-A2FA226130D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33011" y="245561"/>
            <a:ext cx="2062265" cy="197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5680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3CA2BC-A346-4F29-B029-E78B14783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7851" y="1926293"/>
            <a:ext cx="1944504" cy="4351338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50ACF11-2DB3-49F9-BFB6-78F42CBB9791}"/>
              </a:ext>
            </a:extLst>
          </p:cNvPr>
          <p:cNvSpPr txBox="1">
            <a:spLocks/>
          </p:cNvSpPr>
          <p:nvPr/>
        </p:nvSpPr>
        <p:spPr>
          <a:xfrm>
            <a:off x="789629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Franklin Gothic Demi Cond" panose="020B0706030402020204" pitchFamily="34" charset="0"/>
              </a:rPr>
              <a:t>Attendance Tracking System</a:t>
            </a:r>
            <a:endParaRPr lang="en-A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E74125-5FA6-495E-A619-131382F3B1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"/>
          <a:stretch/>
        </p:blipFill>
        <p:spPr>
          <a:xfrm>
            <a:off x="107844" y="245561"/>
            <a:ext cx="2062265" cy="19710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207247-17E4-4D87-9D49-76481D25387D}"/>
              </a:ext>
            </a:extLst>
          </p:cNvPr>
          <p:cNvSpPr txBox="1"/>
          <p:nvPr/>
        </p:nvSpPr>
        <p:spPr>
          <a:xfrm>
            <a:off x="1635154" y="2432807"/>
            <a:ext cx="68538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Demi Cond" panose="020B0706030402020204" pitchFamily="34" charset="0"/>
              </a:rPr>
              <a:t>Class Options for Student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</a:rPr>
              <a:t>The Student can choose to leave or copy the class code</a:t>
            </a:r>
          </a:p>
        </p:txBody>
      </p:sp>
    </p:spTree>
    <p:extLst>
      <p:ext uri="{BB962C8B-B14F-4D97-AF65-F5344CB8AC3E}">
        <p14:creationId xmlns:p14="http://schemas.microsoft.com/office/powerpoint/2010/main" val="766485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494</Words>
  <Application>Microsoft Office PowerPoint</Application>
  <PresentationFormat>Widescreen</PresentationFormat>
  <Paragraphs>82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Franklin Gothic Demi Cond</vt:lpstr>
      <vt:lpstr>Times New Roman</vt:lpstr>
      <vt:lpstr>Office Theme</vt:lpstr>
      <vt:lpstr>Attendance Tracking  System</vt:lpstr>
      <vt:lpstr>Attendance Tracking System</vt:lpstr>
      <vt:lpstr>Attendance Tracking  System</vt:lpstr>
      <vt:lpstr>Attendance Tracking System</vt:lpstr>
      <vt:lpstr>Attendance Tracking System</vt:lpstr>
      <vt:lpstr>Attendance Tracking System</vt:lpstr>
      <vt:lpstr>Attendance Tracking System</vt:lpstr>
      <vt:lpstr>Attendance Tracking System</vt:lpstr>
      <vt:lpstr>Attendance Tracking System</vt:lpstr>
      <vt:lpstr>Attendance Tracking System</vt:lpstr>
      <vt:lpstr>Attendance Tracking System</vt:lpstr>
      <vt:lpstr>Attendance Tracking System</vt:lpstr>
      <vt:lpstr>Attendance Tracking System</vt:lpstr>
      <vt:lpstr>Attendance Tracking System</vt:lpstr>
      <vt:lpstr>Attendance Tracking System</vt:lpstr>
      <vt:lpstr>Attendance Tracking System</vt:lpstr>
      <vt:lpstr>Attendance Tracking System</vt:lpstr>
      <vt:lpstr>Attendance Tracking System</vt:lpstr>
      <vt:lpstr>Attendance Tracking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Attendance Tracking  System</dc:title>
  <dc:creator>Charles Aaron Caparas</dc:creator>
  <cp:lastModifiedBy>Charles Aaron Caparas</cp:lastModifiedBy>
  <cp:revision>11</cp:revision>
  <dcterms:created xsi:type="dcterms:W3CDTF">2026-01-06T06:38:00Z</dcterms:created>
  <dcterms:modified xsi:type="dcterms:W3CDTF">2026-01-06T10:26:53Z</dcterms:modified>
</cp:coreProperties>
</file>